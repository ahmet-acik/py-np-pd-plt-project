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do computers talk to each other?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Exploring Peer-to-Peer and Client-Server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Hook: Streaming vs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one illegal movie download being shared 10 million times — no website involved!</a:t>
            </a:r>
          </a:p>
          <a:p>
            <a:r>
              <a:t>Or your school login not working because a server is down.</a:t>
            </a:r>
          </a:p>
          <a:p>
            <a:r>
              <a:t>Sharing music via AirDrop vs. streaming from Spotify — what's the difference?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Peer-to-Peer (P2P) – Like Bluetooth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central server or admin</a:t>
            </a:r>
          </a:p>
          <a:p>
            <a:r>
              <a:t>Devices connect directly to share files</a:t>
            </a:r>
          </a:p>
          <a:p>
            <a:r>
              <a:t>Each device acts as both sender and receiver</a:t>
            </a:r>
          </a:p>
          <a:p>
            <a:r>
              <a:t>Examples: Bluetooth, AirDrop, Minecraft LAN, file-sharing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Client-Server – Like Streaming or Logging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main server provides services to others (clients)</a:t>
            </a:r>
          </a:p>
          <a:p>
            <a:r>
              <a:t>Devices request files, login access, or websites</a:t>
            </a:r>
          </a:p>
          <a:p>
            <a:r>
              <a:t>Easier to control and manage</a:t>
            </a:r>
          </a:p>
          <a:p>
            <a:r>
              <a:t>Examples: School logins, Google Classroom, Fortnite online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P2P vs Client-Server – Spot the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P2P: Shared control, low cost, hard to secure, e.g., Minecraft LAN</a:t>
            </a:r>
          </a:p>
          <a:p>
            <a:r>
              <a:t>Client-Server: Central control, higher cost, secure, e.g., Google Classroom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Quiz - Which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Sam shares music via AirDrop → ?</a:t>
            </a:r>
          </a:p>
          <a:p>
            <a:r>
              <a:t>2. Jade logs into school email → ?</a:t>
            </a:r>
          </a:p>
          <a:p>
            <a:r>
              <a:t>3. Tom and Mia play Minecraft in same room → ?</a:t>
            </a:r>
          </a:p>
          <a:p>
            <a:r>
              <a:t>Hold up 1 finger for P2P, 2 for Client-Server!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does this matter in real life?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choose the right network</a:t>
            </a:r>
          </a:p>
          <a:p>
            <a:r>
              <a:t>Schools need security → Client-Server</a:t>
            </a:r>
          </a:p>
          <a:p>
            <a:r>
              <a:t>No internet? Use Peer-to-Peer with friends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